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b35beed5d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fb35beed5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fb35beed5d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fb35beed5d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fb35beed5d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fb35beed5d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fb35beed5d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fb35beed5d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fb35beed5d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fb35beed5d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fb35beed5d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fb35beed5d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fb35beed5d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fb35beed5d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fb35beed5d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fb35beed5d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b35beed5d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b35beed5d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fb35beed5d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fb35beed5d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fb35beed5d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fb35beed5d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fb35beed5d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fb35beed5d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fb35beed5d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fb35beed5d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fb35beed5d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fb35beed5d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fb35beed5d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fb35beed5d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fb35beed5d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fb35beed5d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300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01749" cy="5060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17450" y="0"/>
            <a:ext cx="9373573" cy="5028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6575" y="0"/>
            <a:ext cx="9319200" cy="526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6575" y="0"/>
            <a:ext cx="9417073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0" name="Google Shape;9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95700" y="0"/>
            <a:ext cx="9395323" cy="522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7" name="Google Shape;9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95700" y="0"/>
            <a:ext cx="9438826" cy="5256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4" name="Google Shape;10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82675" y="0"/>
            <a:ext cx="9493175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1" name="Google Shape;11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95700" y="0"/>
            <a:ext cx="9351826" cy="503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8" name="Google Shape;11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60950" y="0"/>
            <a:ext cx="9460573" cy="521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5" name="Google Shape;12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82675" y="0"/>
            <a:ext cx="9493176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2" name="Google Shape;13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50075" y="0"/>
            <a:ext cx="9449702" cy="5082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39200" y="0"/>
            <a:ext cx="9449702" cy="524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6" name="Google Shape;14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71825" y="0"/>
            <a:ext cx="9471451" cy="5213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3" name="Google Shape;15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47925" y="0"/>
            <a:ext cx="9525800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0" name="Google Shape;16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17450" y="0"/>
            <a:ext cx="926145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7" name="Google Shape;16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3075" y="0"/>
            <a:ext cx="9362702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